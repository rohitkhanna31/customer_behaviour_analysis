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3749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6661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872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099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384578" y="45417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504991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records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5099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26681" y="45417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35893" y="504991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points per transaction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5099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268783" y="45417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77995" y="504991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ratings imputed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79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 customer demographics, purchase details, and shopping behavior metrics.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560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4517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781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638943" y="3777020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revenue, while female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069800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significant difference suggests gender-targeted marketing opportunities.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3634"/>
            <a:ext cx="819090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Performance Insights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01522"/>
            <a:ext cx="4196358" cy="2224326"/>
          </a:xfrm>
          <a:prstGeom prst="roundRect">
            <a:avLst>
              <a:gd name="adj" fmla="val 428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835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Top-Rated Products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8224" y="4344114"/>
            <a:ext cx="372749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 (3.86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 (3.84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 (3.82 avg)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01522"/>
            <a:ext cx="4196358" cy="2224326"/>
          </a:xfrm>
          <a:prstGeom prst="roundRect">
            <a:avLst>
              <a:gd name="adj" fmla="val 428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835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Most Discounted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51396" y="4344114"/>
            <a:ext cx="372749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Hats (50% discounted)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 (49.66%)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Coats (49.07%)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01522"/>
            <a:ext cx="4196358" cy="2224326"/>
          </a:xfrm>
          <a:prstGeom prst="roundRect">
            <a:avLst>
              <a:gd name="adj" fmla="val 428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835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Sellers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874568" y="4344114"/>
            <a:ext cx="372749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 (171 orders)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Blouses (171 orders)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 (171 orders)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2857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&amp; Discount Analysis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781538"/>
            <a:ext cx="7556421" cy="2383631"/>
          </a:xfrm>
          <a:prstGeom prst="roundRect">
            <a:avLst>
              <a:gd name="adj" fmla="val 613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781538"/>
            <a:ext cx="121920" cy="2383631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30388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Shipping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142524" y="354699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purchase: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2524" y="4045982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shipping: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2524" y="454497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drives higher-value purchases.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391983"/>
            <a:ext cx="7556421" cy="1884640"/>
          </a:xfrm>
          <a:prstGeom prst="roundRect">
            <a:avLst>
              <a:gd name="adj" fmla="val 776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310" y="5391983"/>
            <a:ext cx="121920" cy="188464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2" name="Text 9"/>
          <p:cNvSpPr/>
          <p:nvPr/>
        </p:nvSpPr>
        <p:spPr>
          <a:xfrm>
            <a:off x="1142524" y="5649278"/>
            <a:ext cx="420100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High-Spending Discount Users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142524" y="6157436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while spending above average.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42524" y="665642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effectively drive volume without sacrificing revenue.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701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Impact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1282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 Base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7271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subscribers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2,847 non-subscribers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168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 Spend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9157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27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1282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Generated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99521" y="37271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2941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8838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599521" y="54827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buyers (over 5 purchases) show higher subscription rates.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7628"/>
            <a:ext cx="66002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478042" y="369986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79%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282190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4578" y="59680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647616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 with consistent purchase history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69986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282190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26681" y="59680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235893" y="647616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 making second purchases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69986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282190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68783" y="59680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677995" y="647616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first-time buyers in dataset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750"/>
            <a:ext cx="60507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39985"/>
            <a:ext cx="5711904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739985"/>
            <a:ext cx="1542098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6675715" y="2739985"/>
            <a:ext cx="4976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Young Adult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381500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$62,143 total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739985"/>
            <a:ext cx="5691664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884" y="2739985"/>
            <a:ext cx="1422916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13318569" y="2739985"/>
            <a:ext cx="5180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Middle-aged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56884" y="381500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$59,197 total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744879"/>
            <a:ext cx="5699760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4744879"/>
            <a:ext cx="1367909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6663571" y="4744879"/>
            <a:ext cx="50982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3117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Adult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93790" y="581989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$55,978 total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4744879"/>
            <a:ext cx="5699879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884" y="4744879"/>
            <a:ext cx="1367909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20" name="Text 18"/>
          <p:cNvSpPr/>
          <p:nvPr/>
        </p:nvSpPr>
        <p:spPr>
          <a:xfrm>
            <a:off x="13326785" y="4744879"/>
            <a:ext cx="50982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3117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Senior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56884" y="581989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$55,763 total revenue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4379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drive the highest revenue, presenting a key target segment.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592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6903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45387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2196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KPIs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72785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 customers, $59.76 average purchase, 3.75 average rating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6903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045387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2196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Filters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472785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status, gender, category, and shipping type filters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6903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045387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2196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Analytics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472785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charts, bar charts, and horizontal bars for quick insights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445" y="999887"/>
            <a:ext cx="4966454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2445" y="1621988"/>
            <a:ext cx="8119110" cy="1331119"/>
          </a:xfrm>
          <a:prstGeom prst="roundRect">
            <a:avLst>
              <a:gd name="adj" fmla="val 4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393" y="1775936"/>
            <a:ext cx="439222" cy="439222"/>
          </a:xfrm>
          <a:prstGeom prst="roundRect">
            <a:avLst>
              <a:gd name="adj" fmla="val 20816547"/>
            </a:avLst>
          </a:prstGeom>
          <a:solidFill>
            <a:srgbClr val="007EB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122" y="1896666"/>
            <a:ext cx="197644" cy="1976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393" y="2309574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6393" y="2606397"/>
            <a:ext cx="7811214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non-subscribers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12445" y="3047524"/>
            <a:ext cx="8119110" cy="1331119"/>
          </a:xfrm>
          <a:prstGeom prst="roundRect">
            <a:avLst>
              <a:gd name="adj" fmla="val 4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6393" y="3201472"/>
            <a:ext cx="439222" cy="439222"/>
          </a:xfrm>
          <a:prstGeom prst="roundRect">
            <a:avLst>
              <a:gd name="adj" fmla="val 20816547"/>
            </a:avLst>
          </a:prstGeom>
          <a:solidFill>
            <a:srgbClr val="007EB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122" y="3322201"/>
            <a:ext cx="197644" cy="1976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6393" y="3735110"/>
            <a:ext cx="2439233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66393" y="4031933"/>
            <a:ext cx="7811214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move them into loyal segment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12445" y="4473059"/>
            <a:ext cx="8119110" cy="1331119"/>
          </a:xfrm>
          <a:prstGeom prst="roundRect">
            <a:avLst>
              <a:gd name="adj" fmla="val 4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6393" y="4627007"/>
            <a:ext cx="439222" cy="439222"/>
          </a:xfrm>
          <a:prstGeom prst="roundRect">
            <a:avLst>
              <a:gd name="adj" fmla="val 20816547"/>
            </a:avLst>
          </a:prstGeom>
          <a:solidFill>
            <a:srgbClr val="007EB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122" y="4747736"/>
            <a:ext cx="197644" cy="1976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6393" y="5160645"/>
            <a:ext cx="204394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 Policy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66393" y="5457468"/>
            <a:ext cx="7811214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12445" y="5898594"/>
            <a:ext cx="8119110" cy="1331119"/>
          </a:xfrm>
          <a:prstGeom prst="roundRect">
            <a:avLst>
              <a:gd name="adj" fmla="val 4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66393" y="6052542"/>
            <a:ext cx="439222" cy="439222"/>
          </a:xfrm>
          <a:prstGeom prst="roundRect">
            <a:avLst>
              <a:gd name="adj" fmla="val 20816547"/>
            </a:avLst>
          </a:prstGeom>
          <a:solidFill>
            <a:srgbClr val="007EB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2" y="6173272"/>
            <a:ext cx="197644" cy="1976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6393" y="6586180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66393" y="6883003"/>
            <a:ext cx="7811214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express-shipping users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2026-03-18T17:35:46Z</dcterms:created>
  <dcterms:modified xsi:type="dcterms:W3CDTF">2026-03-18T17:35:46Z</dcterms:modified>
</cp:coreProperties>
</file>